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c0614a06c744e2" /><Relationship Type="http://schemas.openxmlformats.org/officeDocument/2006/relationships/extended-properties" Target="/docProps/app.xml" Id="R0a61d53ab5664204" /><Relationship Type="http://schemas.openxmlformats.org/officeDocument/2006/relationships/officeDocument" Target="/ppt/presentation.xml" Id="Rc4109e7d8a9b44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4925daae54c0c"/>
  </p:sldMasterIdLst>
  <p:notesMasterIdLst>
    <p:notesMasterId xmlns:r="http://schemas.openxmlformats.org/officeDocument/2006/relationships" r:id="R119c9ae1782e4824"/>
  </p:notesMasterIdLst>
  <p:sldIdLst>
    <p:sldId xmlns:r="http://schemas.openxmlformats.org/officeDocument/2006/relationships" id="256" r:id="Rf25ec61039a446c4"/>
    <p:sldId xmlns:r="http://schemas.openxmlformats.org/officeDocument/2006/relationships" id="257" r:id="Rf8e4356c43e24dc9"/>
    <p:sldId xmlns:r="http://schemas.openxmlformats.org/officeDocument/2006/relationships" id="258" r:id="Rce700a9a2cc64699"/>
    <p:sldId xmlns:r="http://schemas.openxmlformats.org/officeDocument/2006/relationships" id="259" r:id="R03628b424ac9444e"/>
    <p:sldId xmlns:r="http://schemas.openxmlformats.org/officeDocument/2006/relationships" id="260" r:id="Rc4494b0f4cc0439a"/>
    <p:sldId xmlns:r="http://schemas.openxmlformats.org/officeDocument/2006/relationships" id="261" r:id="Re8a291f0c93b4b60"/>
    <p:sldId xmlns:r="http://schemas.openxmlformats.org/officeDocument/2006/relationships" id="262" r:id="Rd4dbcbf7ca174b7c"/>
    <p:sldId xmlns:r="http://schemas.openxmlformats.org/officeDocument/2006/relationships" id="263" r:id="R54ddd72e953a403a"/>
    <p:sldId xmlns:r="http://schemas.openxmlformats.org/officeDocument/2006/relationships" id="264" r:id="R2f393630ae274fea"/>
    <p:sldId xmlns:r="http://schemas.openxmlformats.org/officeDocument/2006/relationships" id="265" r:id="R1ca423e166ab4b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7979908ae34291" /><Relationship Type="http://schemas.openxmlformats.org/officeDocument/2006/relationships/slideMaster" Target="/ppt/slideMasters/slideMaster1.xml" Id="R5a24925daae54c0c" /><Relationship Type="http://schemas.openxmlformats.org/officeDocument/2006/relationships/notesMaster" Target="/ppt/notesMasters/notesMaster1.xml" Id="R119c9ae1782e4824" /><Relationship Type="http://schemas.openxmlformats.org/officeDocument/2006/relationships/presProps" Target="/ppt/presProps.xml" Id="Rb4d6d7af003b412c" /><Relationship Type="http://schemas.openxmlformats.org/officeDocument/2006/relationships/tableStyles" Target="/ppt/tableStyles.xml" Id="R183fac49d2654817" /><Relationship Type="http://schemas.openxmlformats.org/officeDocument/2006/relationships/slide" Target="/ppt/slides/slide1.xml" Id="Rf25ec61039a446c4" /><Relationship Type="http://schemas.openxmlformats.org/officeDocument/2006/relationships/slide" Target="/ppt/slides/slide2.xml" Id="Rf8e4356c43e24dc9" /><Relationship Type="http://schemas.openxmlformats.org/officeDocument/2006/relationships/slide" Target="/ppt/slides/slide3.xml" Id="Rce700a9a2cc64699" /><Relationship Type="http://schemas.openxmlformats.org/officeDocument/2006/relationships/slide" Target="/ppt/slides/slide4.xml" Id="R03628b424ac9444e" /><Relationship Type="http://schemas.openxmlformats.org/officeDocument/2006/relationships/slide" Target="/ppt/slides/slide5.xml" Id="Rc4494b0f4cc0439a" /><Relationship Type="http://schemas.openxmlformats.org/officeDocument/2006/relationships/slide" Target="/ppt/slides/slide6.xml" Id="Re8a291f0c93b4b60" /><Relationship Type="http://schemas.openxmlformats.org/officeDocument/2006/relationships/slide" Target="/ppt/slides/slide7.xml" Id="Rd4dbcbf7ca174b7c" /><Relationship Type="http://schemas.openxmlformats.org/officeDocument/2006/relationships/slide" Target="/ppt/slides/slide8.xml" Id="R54ddd72e953a403a" /><Relationship Type="http://schemas.openxmlformats.org/officeDocument/2006/relationships/slide" Target="/ppt/slides/slide9.xml" Id="R2f393630ae274fea" /><Relationship Type="http://schemas.openxmlformats.org/officeDocument/2006/relationships/slide" Target="/ppt/slides/slide10.xml" Id="R1ca423e166ab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6e0de2a2d4c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76ff37cdd745f4" /><Relationship Type="http://schemas.openxmlformats.org/officeDocument/2006/relationships/notesMaster" Target="/ppt/notesMasters/notesMaster1.xml" Id="R32114730b96147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de724e91f54c60" /><Relationship Type="http://schemas.openxmlformats.org/officeDocument/2006/relationships/notesMaster" Target="/ppt/notesMasters/notesMaster1.xml" Id="R8b8fb14195ff47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7020516fe54a8e" /><Relationship Type="http://schemas.openxmlformats.org/officeDocument/2006/relationships/notesMaster" Target="/ppt/notesMasters/notesMaster1.xml" Id="R0093a1cf0f8143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9ef3bd52c74ae2" /><Relationship Type="http://schemas.openxmlformats.org/officeDocument/2006/relationships/notesMaster" Target="/ppt/notesMasters/notesMaster1.xml" Id="R3b9bfbd590a042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000714789042bb" /><Relationship Type="http://schemas.openxmlformats.org/officeDocument/2006/relationships/notesMaster" Target="/ppt/notesMasters/notesMaster1.xml" Id="Rfbe6afdd7b094f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37525c1014628" /><Relationship Type="http://schemas.openxmlformats.org/officeDocument/2006/relationships/notesMaster" Target="/ppt/notesMasters/notesMaster1.xml" Id="Rada1fcd98e1b40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263ed9b3444b0f" /><Relationship Type="http://schemas.openxmlformats.org/officeDocument/2006/relationships/notesMaster" Target="/ppt/notesMasters/notesMaster1.xml" Id="R8249256f8a594f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1830c47a764e8b" /><Relationship Type="http://schemas.openxmlformats.org/officeDocument/2006/relationships/notesMaster" Target="/ppt/notesMasters/notesMaster1.xml" Id="Rf3355f90249740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eb11e2f24947f2" /><Relationship Type="http://schemas.openxmlformats.org/officeDocument/2006/relationships/notesMaster" Target="/ppt/notesMasters/notesMaster1.xml" Id="R5c277998ec164d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1bc88fdcd24756" /><Relationship Type="http://schemas.openxmlformats.org/officeDocument/2006/relationships/notesMaster" Target="/ppt/notesMasters/notesMaster1.xml" Id="R3d84d5c4c3bd40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13b74be6f46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1e0c615ea46fd" /><Relationship Type="http://schemas.openxmlformats.org/officeDocument/2006/relationships/slideLayout" Target="/ppt/slideLayouts/slideLayout1.xml" Id="R4bd54c4c444248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d54c4c444248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c4ce4b0ee432a" /><Relationship Type="http://schemas.openxmlformats.org/officeDocument/2006/relationships/image" Target="/ppt/media/image.png" Id="R80a303a309484f83" /><Relationship Type="http://schemas.openxmlformats.org/officeDocument/2006/relationships/notesSlide" Target="/ppt/notesSlides/notesSlide1.xml" Id="R94017809c247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74ac7b4084b94" /><Relationship Type="http://schemas.openxmlformats.org/officeDocument/2006/relationships/notesSlide" Target="/ppt/notesSlides/notesSlide2.xml" Id="Rcee96b8135a74f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765c81b6f4e0a" /><Relationship Type="http://schemas.openxmlformats.org/officeDocument/2006/relationships/notesSlide" Target="/ppt/notesSlides/notesSlide3.xml" Id="R588eba0dac6746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b01170c294962" /><Relationship Type="http://schemas.openxmlformats.org/officeDocument/2006/relationships/notesSlide" Target="/ppt/notesSlides/notesSlide4.xml" Id="R870dac53fece42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7eb8a8ed24195" /><Relationship Type="http://schemas.openxmlformats.org/officeDocument/2006/relationships/notesSlide" Target="/ppt/notesSlides/notesSlide5.xml" Id="R8677edf202d847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0b4fd407e4041" /><Relationship Type="http://schemas.openxmlformats.org/officeDocument/2006/relationships/notesSlide" Target="/ppt/notesSlides/notesSlide6.xml" Id="R728ce61ff6554d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e03f42e914792" /><Relationship Type="http://schemas.openxmlformats.org/officeDocument/2006/relationships/notesSlide" Target="/ppt/notesSlides/notesSlide7.xml" Id="Rc3a8337f6b1c4f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f3357ff1b4f30" /><Relationship Type="http://schemas.openxmlformats.org/officeDocument/2006/relationships/notesSlide" Target="/ppt/notesSlides/notesSlide8.xml" Id="R0566ea74eea349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80fd39e6a4d66" /><Relationship Type="http://schemas.openxmlformats.org/officeDocument/2006/relationships/notesSlide" Target="/ppt/notesSlides/notesSlide9.xml" Id="R34d0da11abd944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9f7d366eb4ab5" /><Relationship Type="http://schemas.openxmlformats.org/officeDocument/2006/relationships/notesSlide" Target="/ppt/notesSlides/notesSlide10.xml" Id="Rccf553060f584b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CDB12-9E9D-4EFF-807B-76550930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303a309484f83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D24F8-9AA9-4BAB-B9F0-1BF31F1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custGeom xmlns:a="http://schemas.openxmlformats.org/drawingml/2006/main">
            <a:pathLst>
              <a:path w="7524750" h="6858000">
                <a:moveTo>
                  <a:pt x="0" y="0"/>
                </a:moveTo>
                <a:lnTo>
                  <a:pt x="752475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AFC6A-D3D3-4883-8628-B071E75C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71B0A-9D79-4371-BB43-158DE287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D60E7-9D0A-4BBB-AC80-7DED8BE8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F9EDE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9EDEE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C49AC-58FA-41A7-A8E6-AAD0D8B5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研究生组会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BCD7F-5BCA-4243-80DE-EEE1B0F9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文献汇报与阶段进展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540F3-193A-4B64-8E48-E718970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449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F7FAE-BA4E-4A0F-B0D4-91C6AEC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课题名称：［填写研究方向或汇报主题］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6A0B0-AA39-49CB-BF1B-B439F892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F4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5F4F7"/>
                </a:solidFill>
                <a:latin typeface="PingFang SC"/>
                <a:ea typeface="PingFang SC"/>
                <a:cs typeface="PingFang SC"/>
              </a:rPr>
              <a:t>龚博士  ·  ［汇报日期］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796CC-3E2D-49CB-87E9-A5C21182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E5F4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F4F7"/>
                </a:solidFill>
                <a:latin typeface="PingFang SC"/>
                <a:ea typeface="PingFang SC"/>
                <a:cs typeface="PingFang SC"/>
              </a:rPr>
              <a:t>病理图像 / 研究设计 / 结果讨论</a:t>
            </a:r>
          </a:p>
        </p:txBody>
      </p:sp>
    </p:spTree>
    <p:extLst>
      <p:ext uri="{BB962C8B-B14F-4D97-AF65-F5344CB8AC3E}">
        <p14:creationId xmlns:p14="http://schemas.microsoft.com/office/powerpoint/2010/main" val="1554415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AC64A-0E0F-4BBB-82F8-A64AB5CD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51244-8E12-48C0-ADE2-66BC1CDA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41E5D-DFA2-47C3-AAB3-BA58302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B62F7-F4F4-4E20-B0E7-4675F83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B3246-D11C-4A2A-AB61-5CCE62C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94255-A32E-4C1B-A434-EA186656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2A402-3792-4205-BB5D-E8B6689B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661B9-A1D1-44B6-8917-0549DB2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1CC94-10CC-4121-8AD3-0DF7CE1D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ECA63-69AE-4739-B51D-5B06408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59257-7E09-4BF2-B630-772D931F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F81EB-91F1-4B4D-BF92-E382B08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02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3E8F1-33EA-4C87-8343-EB7B4B8B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9C7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9C7D4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2971B-3105-43E6-A68A-09409B49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6670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D88A4-2D25-4749-AA35-D189E2F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组会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772A0-1BA9-49F7-83DE-D1BFEA1B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147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5F4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F4F7"/>
                </a:solidFill>
                <a:latin typeface="PingFang SC"/>
                <a:ea typeface="PingFang SC"/>
                <a:cs typeface="PingFang SC"/>
              </a:rPr>
              <a:t>从研究问题到下一步计划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AF4BE-C644-4308-B594-4F4543C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62A04-D491-4BE3-988C-8B5298E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192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文献与研究问题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BE07D-8A3E-4B0E-A3F6-0AE6C536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24075"/>
            <a:ext cx="617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A6B4D-66FA-47E2-BE91-750A48C4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3B8BB6-FD12-43C4-BE9E-3D5515E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研究背景与科学假设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A7960-416F-4B2E-A3ED-1163ED1A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67025"/>
            <a:ext cx="617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F0513-EBEE-445F-BD9C-FE8CDA6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36389A-CE4A-4710-B79C-F04879F1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研究设计与技术路线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9B12B-4BDC-458B-BB1C-F44D94A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9975"/>
            <a:ext cx="617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538A9-D356-480C-87FF-6A54C209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9F759-E645-4CB1-8379-6C279202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阶段进展与结果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FB8C7-B1ED-47D5-AEA2-281774B0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52925"/>
            <a:ext cx="617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BBF72-1A88-44EA-A4B0-9E9D21C8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A6DFC-0048-4C8F-AEF1-6A456309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结论、讨论与计划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D35711-D576-4930-A373-8AE2EA2A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95875"/>
            <a:ext cx="617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1016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916D4-CB94-484B-ADC8-06B0493D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527A4-978D-44B4-A139-34BBA392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3AF8B-5FCB-4F55-BB5E-F17CCB18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0AAAE-4E27-4D90-947A-F1F2F986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A2B59-5D73-4404-9ABC-3ADAA68E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文献与研究问题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CF0CC-B926-49B2-85B1-E5367E24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6A69F-3DFB-4F6B-ABBE-CD673C06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4702B-AC15-4AA7-AE15-855F495F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C737D-6AF1-4A6F-BC0B-74C630DA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D0B27-8461-410A-A862-F5DBDB53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0AD0E-975C-4D3C-A745-47819E4B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EF3ED-FCD3-4C61-8F89-86E6E057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03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BDAD8-DCF2-4B19-96F0-26C1C87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3028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文献信息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E82C3-810A-42A1-9216-701587A7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3028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作者：［作者信息］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单位：［研究机构］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期刊：［期刊、年份、卷期］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DOI：［链接］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CEFBC-5B5F-4C83-B1A6-060285C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00150"/>
            <a:ext cx="9525" cy="381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C259C-EF62-4FAD-BE56-AB5E650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00150"/>
            <a:ext cx="762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论文图像 / 图文摘要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EE61B-AEC8-4F50-9DD9-3F82E68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00200"/>
            <a:ext cx="7620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C6CBD-5553-4844-A171-B5B0A763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00200"/>
            <a:ext cx="7620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30735-C394-472F-9269-1158D637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24150"/>
            <a:ext cx="739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论文首页或图文摘要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6793D-D850-4DAB-99C8-4B72261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38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替换为所汇报文献的原图，并保留原图来源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C5EAA-EE37-4BF1-923A-F0BD0EB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研究问题：［用一句话概括文献要回答的问题］</a:t>
            </a:r>
          </a:p>
        </p:txBody>
      </p:sp>
    </p:spTree>
    <p:extLst>
      <p:ext uri="{BB962C8B-B14F-4D97-AF65-F5344CB8AC3E}">
        <p14:creationId xmlns:p14="http://schemas.microsoft.com/office/powerpoint/2010/main" val="896041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2C569F-B820-489F-A498-70D6C96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0E88C-AB36-49EF-9A9D-1B0360C7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E82C0-59D6-46D8-9CE3-A279E6D0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2E3EA-3712-4068-848C-DF7BE07B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95B1E-18D9-460C-8F14-0114634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EB6D6-6046-4DCD-84BD-AE5CBAE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43058-2DFB-4968-AEBF-D6014326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07C31-DB61-43C1-8B6D-E4F90BA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09240-553B-40EC-914F-B48FBF8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58682-9516-4608-A8B4-EEE9132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8FB3E-67F4-4DC5-A1DA-AA40DEB9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5DC31-455E-4E36-81C9-349BE5B6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04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E7F4D-2E7A-4E3D-87B4-A40E8556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研究背景与待解决问题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2B4F5-54AD-46F5-8403-41F71D82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718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［概述研究领域的已知事实、主要证据及其来源］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2B111-A639-4EFE-B0A2-D71BEE1D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00150"/>
            <a:ext cx="9525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A50EE-AA99-4530-801D-CD893B33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152525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文献与病理图像证据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42C5A-E88F-4BBA-9275-20E615A8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22669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797A2-3FEF-482F-8343-51D8F89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E04CD-875C-4175-9A08-687D434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 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1F249-0490-450C-BE3B-8CFA31B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2887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替换为原文病理图像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D057E-7157-415F-8CE6-9395E57D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62100"/>
            <a:ext cx="22669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29155-A981-4F2E-BF8F-208F4904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6210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B27D8-ECDA-40BC-A7E7-C926F2C4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14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 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30991-CEB3-4D95-8CD0-E20D19C4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2887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替换为原文病理图像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D7CC8-6483-45EE-ADA9-2DBEDEC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62100"/>
            <a:ext cx="2438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805DF-857C-4032-A054-FD0E407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6210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468FB-A26C-4647-B18C-C41B4BE6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 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D3CAE-F4CB-4008-9D42-4EF53EC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替换为原文病理图像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B75076-C77E-4A3C-A2D5-00F1CA4B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57550"/>
            <a:ext cx="7315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540ABA-60C9-4905-8E1A-3AF504D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数据 / 文献归纳占位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BB281-DEA4-4CD4-AFE5-16D0FD53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95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［在此呈现可追溯的文献归纳、病理分型或定量信息］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9D6FD7-F3AD-4DA4-8993-ABF37532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科学问题：［根据上述证据写出本研究要回答的问题］</a:t>
            </a:r>
          </a:p>
        </p:txBody>
      </p:sp>
    </p:spTree>
    <p:extLst>
      <p:ext uri="{BB962C8B-B14F-4D97-AF65-F5344CB8AC3E}">
        <p14:creationId xmlns:p14="http://schemas.microsoft.com/office/powerpoint/2010/main" val="1621897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158D17-8F19-41A8-AFA1-6AFE91D5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A7906-8E40-40D4-A877-CD61A201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A887-9188-454F-B60F-0E42B12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72B92-78FA-4E2F-9EA2-C3F117B3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364D0-FAE1-4090-BEFF-8259EB10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研究目标与科学假设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A8D1A-CCD3-41C9-91A5-49D16525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448E4-8FAE-4CD3-9279-033F0D1D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8D2DC-E6AE-4FD1-9562-80CA51B7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149FF-D076-420E-8B54-EAE4EB40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E2D59-824C-44C2-A94E-78133DE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A72D2-0D70-4709-BCBA-34591E0E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D4445-254B-4ECF-8A35-BEAFA446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05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F8AB7-456A-4DE1-AFA7-1B3A5043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392CE-D809-465D-AC2A-563EFF1E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91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C7B8C-AA4E-4D2C-8865-3991C247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41B84-2B01-4610-95F1-A5BF21F6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AIM 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04D17-AF29-48C6-B2A5-92E6D697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目标一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8873C-2CE7-4B10-A562-FE75E8CB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CDD5B-A014-44BF-B782-E671896A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B53B4-9FB5-4A62-969B-64C1C0DC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76400"/>
            <a:ext cx="9525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D434E-997E-41AE-96BC-B46F2DE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AIM 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F365F-2C12-499E-902A-15AF20C2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目标二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66372-87A8-407C-A99B-2F770A5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2411D-4EEF-4344-8578-0ABEFED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DC415-502C-483F-8D32-828F850E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676400"/>
            <a:ext cx="9525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8A1EC-E884-4106-8C7A-09ACE643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AIM 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91A60-EEDB-42F6-B161-9B32821A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目标三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ECDBA-DDC4-4416-B377-1708602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55777-9F5A-4C45-AEF7-1D0E1593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AE0F4-B2E1-414A-ADAE-D30ADE1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FCA06-1DCD-438B-843F-721B3F8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91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科学假设与预期关系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DEBEA8-BD4A-41A7-BD84-63CFB303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33033-019B-4697-8DB9-C6B9984C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1B3FA9-BDDC-46F3-A2CB-F955E4B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研究对象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66D1E-BDE8-4027-8F1F-B1CBB4CF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［人群 / 模型］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9848E9-B0A6-4AB6-873B-E6C0D2A5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B6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DCF3B6-DF4A-495A-8E14-3252872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B6C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9BE80C-16F8-4A4F-98C7-AA2B2B9D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4BE1D8-C71C-4BDA-8D1B-4D208250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关键因素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432206-7A87-45E0-8FC0-6F499FA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［暴露 / 处理］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F1A642-E9F1-4C8F-9203-8A3CD22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B6C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D7E604-461F-4DAA-B67E-CC8F23E8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B6C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3E96FE-D531-4E1C-A7AD-7FC3104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6A2105-7937-464D-B380-3D30D39D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作用机制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27073F-E743-4254-8A43-1F92D84B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［中间环节］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979E4B-96E2-4F0D-90BF-B57D041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B6C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C7CA58-E1E8-462D-815C-9584B5BC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B6C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6E91AC-CB09-4C57-9E3B-900C54F2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D75EBC-8DC0-45A9-B9A6-C0CBB67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研究结局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49CAEC-1131-44E7-BDAD-A94C9A7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［主要结局］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62C042-23A6-46E6-92D6-EA1F527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假设：［用一句话写出预期方向及其理论依据］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8914DB-0735-40CF-B06B-02CA5F2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请把“预期”与“已经观察到的结果”分开表述。</a:t>
            </a:r>
          </a:p>
        </p:txBody>
      </p:sp>
    </p:spTree>
    <p:extLst>
      <p:ext uri="{BB962C8B-B14F-4D97-AF65-F5344CB8AC3E}">
        <p14:creationId xmlns:p14="http://schemas.microsoft.com/office/powerpoint/2010/main" val="997169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0E8638-BDE2-4BBC-997D-D246D6AD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89356-0515-4F57-85AF-11FDB3F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3A471-9CDE-4716-BF2F-F209637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8503E-8F01-4E7E-B38F-5CFCD147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B8F55-9990-410A-9ADC-2FB991CF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研究方法与技术路线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A4C25-C7DD-4215-93DD-D14EE49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2A99C-BE94-4255-B52B-E6284CD1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A268C-0661-404A-B0D3-5D1DE31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4FD02-7745-445B-AC51-39D1449B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1AC91-1ABF-42A8-A68C-3EF045F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C7571-B1F3-4535-9808-64FD69E3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F00E2-2A71-491C-8F38-C3AA436E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06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AB7B2-D9B8-4AD7-9C3B-23746C65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3241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A10B2-3B98-421A-A267-32F2149A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DAEE8-7145-479A-8EE7-39BE54FA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研究材料 / 设备图像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F6B61-018B-49BE-A8DC-3B9DF53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替换为实际实验流程、设备或取材照片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93E2D-10C5-4DB0-A0CA-CB850F60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方法与样本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4DBB2-AA11-4B08-A498-84C270A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145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［样本来源、纳入标准与分组方式］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67D9E-E766-438A-B76B-51BA57AD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525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处理与检测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DAAE0-BFC0-46D2-AB90-D293CD92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［组织处理、染色方法及检测流程］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E7439-397B-4AEA-AE0D-ECB18A0C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525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分析与统计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AD980-6E0C-450E-A952-2E8D759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［图像定量、指标定义和统计方法］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7CE87-7041-440A-9789-974A6BE6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2571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C7018-1ABF-414D-84B0-29546F4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720CA-CEAF-4B27-A177-90602F04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813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507A3-E6E9-441C-A48E-AF82FE0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95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组织 / 细胞观察图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6145C-0B22-4AAA-B9A7-CC54560E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2571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C69EC0-5BC7-4AB5-B6D6-B6AD32B5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7B4206-F266-4788-BB27-8884BE9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813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154434-82E1-4108-8A93-337F3A89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染色 / 检测结果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0CB21-C5E6-4985-B68D-FE010610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762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78702D-AEF3-4E1A-B861-11DDD91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8711C-8F08-4299-A3DA-B44D5219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813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图表占位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2F44D-D96B-4575-BB91-5F0EBD00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95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统计 / 分析图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580A0-135A-48AE-A52F-9B79EE98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29275"/>
            <a:ext cx="1116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设计说明：［补充关键实验条件、对照设置与质控方法］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693383-7A11-4B4F-8339-DCF9A965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替换以上占位内容为本研究的真实方法和图像，并在图注中标注来源。</a:t>
            </a:r>
          </a:p>
        </p:txBody>
      </p:sp>
    </p:spTree>
    <p:extLst>
      <p:ext uri="{BB962C8B-B14F-4D97-AF65-F5344CB8AC3E}">
        <p14:creationId xmlns:p14="http://schemas.microsoft.com/office/powerpoint/2010/main" val="335487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64481A-D103-49BB-8BCC-08C8711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28F3C-0B73-4A39-946C-B413AC61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D6DE-64F1-488C-AA0D-1D6AC99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12578-AED3-4AF7-808E-68E076BB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2F9DA-5F43-465C-91A9-02EF26ED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BB743-75BC-4D34-B075-D07E7C11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91901-3EB3-4E51-ACB5-42CD3A27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8BAAD-1D21-4DD5-B212-F61D0F0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3D58F-B9CE-4A09-80D6-C50B4D4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D98CF-577D-4AD9-A3FA-49653708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8D4A4-56FF-4BF2-9974-47824F1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0674C-7216-427B-B125-CE967E2C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07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40550-7A75-488A-9759-38688E40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780CC-CA68-4D75-B41D-7187597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91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本阶段工作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3CD49-5B4E-4912-8487-53D9F98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587F7-646A-44E8-A948-A36F39A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WORKSTREAM 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B5112-E5CD-4342-9AA0-3AF447CE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研究任务一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A1DCE-1663-4916-8127-FC5E32A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0F5A9-0898-4B0C-BEA9-6ABF35EB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4EC29-06FE-4D43-B886-B09E0B9E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656A1-1AEB-498A-A75B-C30F5F57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DCA37-C5B3-460E-9D73-636A0363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9725"/>
            <a:ext cx="9525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C3203-EC41-4353-B8D0-3358F93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WORKSTREAM 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E3F9D-426F-48D2-8156-836EE21E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研究任务二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7EAA4-3295-4CF1-8B56-CAEEFFC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E2B33-4CC0-483B-8156-56654A16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26F2B-FF99-40F9-A6F1-7A2E3A7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33C8B-292F-4505-8A56-1944B60E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700B9-875B-4169-9FC6-7F55FBC9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9725"/>
            <a:ext cx="9525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ED276-50F5-4975-B4C9-5476892A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WORKSTREAM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5AC47-A2D2-4C86-B0DE-429D61BE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研究任务三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14B03-0A90-4BAE-8654-3009DC2A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E443A-EE01-4991-86D6-22BE7445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3AD8D-0586-497C-AF01-F8C0EC9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A1AC5-B8C1-450A-A45D-4A80CAC0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4B4A2-4DA6-480E-9832-68227C1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CDFF01-B181-4FA3-AB5B-820882C2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91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需要组会讨论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E7B526-7860-4365-980E-542B71B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447B3E-D008-4FD4-8F7F-C253DE6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ASK 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94DC09-6759-4752-9A11-6D691315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［需要判断的结果或方案］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83ACB2-34B7-4FDD-BEE5-76406D42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ASK 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24BE94-F44B-4F61-BA12-7367DE9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［需要的资源、协作或方法建议］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9C27E5-2CCF-490E-BC37-C24E452C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ASK 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595514-BA0D-4787-A56C-037D6797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［近期需要拍板的决策］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8D155F-BF3F-4F93-B734-D1513A8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按实际任务更新进度，并记录当前阻碍与下一步动作。</a:t>
            </a:r>
          </a:p>
        </p:txBody>
      </p:sp>
    </p:spTree>
    <p:extLst>
      <p:ext uri="{BB962C8B-B14F-4D97-AF65-F5344CB8AC3E}">
        <p14:creationId xmlns:p14="http://schemas.microsoft.com/office/powerpoint/2010/main" val="4418722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047BF4-A212-4CFC-B4B0-23C8BD13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02532-D072-4A2F-B3BD-BBE13FF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C0E27-7798-4AA0-BBDA-9B678437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0412D-C80A-42FB-9BDB-2EACCDD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结果与讨论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B9502-6FBC-465A-92E5-297D1D16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8DEE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DEE5"/>
                </a:solidFill>
                <a:latin typeface="PingFang SC"/>
                <a:ea typeface="PingFang SC"/>
                <a:cs typeface="PingFang SC"/>
              </a:rPr>
              <a:t>RESULTS  /  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A8FA8-FAC6-4FED-B9ED-04B1D465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6B8C6-9FCD-4FB3-BACB-DA412D1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5048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8AB80-3EB9-4CF8-8841-72B563A3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504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5F884-811B-4DF5-BBD3-C6566164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主要病理图像占位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08B5A-874C-433A-A852-9CD2E09D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替换为真实组织切片 / 显微图，标注比例尺与组别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BB4B7-B4BC-45CE-A4F3-05C3FFB4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09675"/>
            <a:ext cx="2800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70504-8F57-4768-B9E4-383CF496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09675"/>
            <a:ext cx="2800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E35B6-DB78-4E49-94E6-58C2DA64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19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 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5453C-DC10-4668-B07B-A2E865EC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标注原文图号 / 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692A4-A0F2-45F1-A3DC-F32CB4E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09675"/>
            <a:ext cx="2990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5D835-E10A-45C5-987B-6F1A656B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09675"/>
            <a:ext cx="2990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5C07F-39A4-43D8-AC29-D9F399D7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192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C50BD-4317-4807-8E96-33C52E7B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标注原文图号 / 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DCED1-1FC2-4976-90D5-186256D3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2800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E510E-129E-4A5E-9943-5B087BF6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2800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B0434-F862-40C9-A6F8-C8E94ECF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 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BC93D-E0F5-482B-826F-F40C50B3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标注原文图号 / 来源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98032-936E-4656-98D0-3BB9984C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990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47C15-3DD0-47ED-9649-873038D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990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5E96E-B7F1-44A4-A9CD-4D0D1895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图像占位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77084-0BF7-40E2-AD66-8FE466FB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243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标注原文图号 / 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82179-898E-43FC-9387-C10087B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5219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9"/>
          </a:solidFill>
          <a:ln xmlns:a="http://schemas.openxmlformats.org/drawingml/2006/main" w="9525">
            <a:solidFill>
              <a:srgbClr val="55708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1C48E-7DE0-448E-A1C6-EE0D9F2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结果说明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15112A-C821-4557-9D6E-47DDCDE1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［概述观察结果、比较对象及统计信息］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368890-1261-4269-9D95-92797395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29175"/>
            <a:ext cx="576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9"/>
          </a:solidFill>
          <a:ln xmlns:a="http://schemas.openxmlformats.org/drawingml/2006/main" w="9525">
            <a:solidFill>
              <a:srgbClr val="55708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73DF2-59F1-4E6B-A3C2-0B2E712B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815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本页结论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4FC84-6DD4-4800-99EA-2EA667F1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054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［只写数据直接支持的结论，并说明边界］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21BF8-4CFA-466F-A015-DBE36EF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B8DEE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8DEE5"/>
                </a:solidFill>
                <a:latin typeface="PingFang SC"/>
                <a:ea typeface="PingFang SC"/>
                <a:cs typeface="PingFang SC"/>
              </a:rPr>
              <a:t>［填写数据来源与引用信息］</a:t>
            </a:r>
          </a:p>
        </p:txBody>
      </p:sp>
    </p:spTree>
    <p:extLst>
      <p:ext uri="{BB962C8B-B14F-4D97-AF65-F5344CB8AC3E}">
        <p14:creationId xmlns:p14="http://schemas.microsoft.com/office/powerpoint/2010/main" val="853444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60AEDE-A5A0-45A2-8460-8309CDB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E44F4-42E3-480A-BC10-060E3AFC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A9A87-75F9-4F3A-ACFA-7B038F9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BF83A-BD79-48C5-93EA-6FCE732D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B3228-D3FE-4135-B3C5-054160B8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研究结果｜定量分析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E7B38-031A-46EE-913B-714D485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16F04-0EB5-43BA-9569-F9DA18F4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9C696-42D4-4098-9086-1CB3FD38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BAFE6-085D-486C-ACB7-CEEC2F6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57E65-086A-4596-AAE7-20D3CCDF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B1AFD-5F62-4270-86E6-10462992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0F474-5A37-4C6B-9342-2BE9DA0D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09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0322F-BC54-4D96-B65C-95E18F07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EA863-4103-4804-A4F6-C32140BB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结果标题：［写出比较关系或主要变化］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4CAB2-4355-4322-AEA8-49097D18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54179-47E2-4FF9-BB13-5E29BF0A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81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主要结果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577A1-8B6C-46B0-AAB2-2306860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706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8B1E4-5C01-4732-B772-3E79D169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7067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80A7B-BFA8-42CE-835C-BD2B301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706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1F0FE-7F19-4DFD-9923-9C6F903C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683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图表占位区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14D26-B94D-443B-B179-43E19EF8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668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插入可编辑图表或原始统计图；图注包含单位、n 值和检验方法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CC400-6885-4E83-9A61-7EEAE11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8FAF3-EB12-4CE0-AF1B-9E943DDE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结果数据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A4C0C-52CC-45F5-811A-020DECE8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3829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8736CA-BC27-4A3F-ABB3-3D5BA2A7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0B48E-EC29-4CF5-A4A9-8141B1D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526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3364B-2A83-441F-A68A-88FADCB2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9BEBF-2306-4653-A740-2536847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34ED43-8E0A-47CA-8AD4-D114B3E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53319D-D66E-4AA3-8A75-99BCF6D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051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［指标 1］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A3C33-2F71-413B-B1FC-59AABB8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74CA4-0EFC-4E83-9F09-11CC2035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9B1205-3173-4A82-800F-A71C307C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314126-001F-431D-9958-929BE4C4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575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［指标 2］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8B93E8-1A95-4A31-AAFC-6B93359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13CB2F-E2F9-4260-AEE1-FA11ACB9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6EEC58-96C9-4DE0-A514-F2E4A75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C65EAA-12A3-4374-B0FF-5012F187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100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P 值 / CI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B41767-BD86-44E7-B17A-3B3E5E8B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A53D22-9159-40BE-B56A-C79135BA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A3A828-ACB3-4C59-9E70-2703AAC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解读提示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8EEBFA-A727-41BB-9642-D5A12793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• 比较对象：［…］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• 效应大小：［…］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• 结论边界：［…］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587D3A-4D21-4FB1-AC69-9DF41C51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数据来源 / 统计说明：［注明数据集、时间范围或分析版本］</a:t>
            </a:r>
          </a:p>
        </p:txBody>
      </p:sp>
    </p:spTree>
    <p:extLst>
      <p:ext uri="{BB962C8B-B14F-4D97-AF65-F5344CB8AC3E}">
        <p14:creationId xmlns:p14="http://schemas.microsoft.com/office/powerpoint/2010/main" val="18309338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8E07E9-A511-422B-B648-DA12E1C8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0726C-5F1A-4FCD-9239-ABD86F8A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4BCB5-E931-4118-97E2-6327E859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88BEC-3EC1-4F54-8135-E693FBD3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E9CDE-045A-45F1-BA26-0ED23DB4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结论与讨论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E1BAC-2839-4D5B-B4BB-90CEDD6C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95B6B-CC5E-422F-8B76-06665A8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F76EB-584F-4C9C-B0BC-F7B61A6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A1EA4-57D3-46A8-B99F-9E6DCB18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2C935-385A-474C-90C6-45B380F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1481F-72DA-4702-8E9F-B8BF122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B1FBF-CF45-41AE-BB3D-AC023F0E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780"/>
                </a:solidFill>
                <a:latin typeface="PingFang SC"/>
                <a:ea typeface="PingFang SC"/>
                <a:cs typeface="PingFang SC"/>
              </a:rPr>
              <a:t>10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38806-FA53-4DD2-A890-D251800B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944EF-AC2D-4148-914B-C8421385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81B6E-CB1B-4627-9631-83EF6449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685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10708-EFD0-4F17-BB33-AD7D7C48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58C51-B3FE-41C9-AB26-132F292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B073-5E9E-41DF-BEC0-34ED670A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主要发现一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2E2A0-6B35-4442-9303-CF0B452D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C1D4A-0A4F-424B-AE56-6E293DF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5E98C-0121-4167-8E70-642F1485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70C59-CF7E-4644-BD2F-F4BAF477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0552D-4335-43BC-B67A-629861CF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主要发现二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28C66-D464-487B-9181-03A18EF7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289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323E8-6BE0-4E16-9040-B3C20C8D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102DC-DB7D-4591-9470-9928148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CA892-CD3D-41E9-8558-0F9AA2B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D2F76-481E-456C-AD2D-FD213766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主要发现三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676255-86ED-41D5-8388-A34213CE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F4262-76C8-4BAC-B1C1-A28B2866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642BA2-01E9-4687-9AEB-069DA871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2395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DC9696-E963-461F-B091-6E1C26A4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讨论要点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8D8E8-BA82-4563-8790-0451DF5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401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DC505B-0F96-4F21-A593-E03C22A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9429E1-3F87-4CAB-B4C5-C6E6CDE5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意义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41789-AB91-4377-B15F-E7B2BA4C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［与既有研究的关系或贡献］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B20451-5134-4079-A49B-62A41A6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960AAF-71FC-4958-A5B5-F0E83DF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41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9711F8-9797-4EF2-93FF-E2C2125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局限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F4C11C-F200-4752-890E-BC832B6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［样本、方法或外推边界］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5A9E82-039F-452E-91F1-7B4EF0E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64BEAF-7282-4127-B08A-91131A0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1A6BE7-F9F0-43F8-A401-72FE0E39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47FD02-4326-43B3-9B79-5B59E5E2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［后续验证或补充分析］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8B4DD9-07D8-4736-9BBF-96D5689C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53CC65-F049-4348-A1B0-9104C9B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3F38A9-6950-412C-ADBC-C44595CE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F47"/>
                </a:solidFill>
                <a:latin typeface="PingFang SC"/>
                <a:ea typeface="PingFang SC"/>
                <a:cs typeface="PingFang SC"/>
              </a:rPr>
              <a:t>组会希望获得的反馈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1D70E6-D670-4BD6-83A0-7FF0169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13641"/>
                </a:solidFill>
                <a:latin typeface="PingFang SC"/>
                <a:ea typeface="PingFang SC"/>
                <a:cs typeface="PingFang SC"/>
              </a:rPr>
              <a:t>［把最需要讨论的问题写清楚：解释、实验设计、统计方案或资源安排］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A68106-353E-4247-819A-3FE79AA5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B6CD"/>
                </a:solidFill>
                <a:latin typeface="PingFang SC"/>
                <a:ea typeface="PingFang SC"/>
                <a:cs typeface="PingFang SC"/>
              </a:rPr>
              <a:t>谢谢｜欢迎讨论</a:t>
            </a:r>
          </a:p>
        </p:txBody>
      </p:sp>
    </p:spTree>
    <p:extLst>
      <p:ext uri="{BB962C8B-B14F-4D97-AF65-F5344CB8AC3E}">
        <p14:creationId xmlns:p14="http://schemas.microsoft.com/office/powerpoint/2010/main" val="1653655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2026-09-29T04:27:52.1860000Z</dcterms:created>
  <dcterms:modified xsi:type="dcterms:W3CDTF">2026-09-29T04:27:52.1860000Z</dcterms:modified>
</coreProperties>
</file>